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0" cy="73152"/>
          </a:xfrm>
          <a:prstGeom prst="rect">
            <a:avLst/>
          </a:prstGeom>
          <a:solidFill>
            <a:srgbClr val="C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782A"/>
                </a:solidFill>
                <a:latin typeface="Arial"/>
              </a:rPr>
              <a:t>M/S BALTEJ INFRA LLP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8E2D6"/>
                </a:solidFill>
                <a:latin typeface="Arial"/>
              </a:rPr>
              <a:t>COMPANY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3AD"/>
                </a:solidFill>
                <a:latin typeface="Arial"/>
              </a:rPr>
              <a:t>Highway construction · Turnkey contracting · Civil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3AD"/>
                </a:solidFill>
                <a:latin typeface="Arial"/>
              </a:rPr>
              <a:t>Brief overview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Engineering excellence from</a:t>
            </a:r>
          </a:p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Jaipur to the Himalayas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Baltej Infra LLP delivers turnkey civil and highway packages across northern and expanding Indian corridors.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Based in Panchkula (Corporate) with multi-state project delivery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Focus: highways, hydro-power civil works, structural &amp; general contracting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Clients include NHAI, SJVN, NHLML, AAI, East Central Railway, and leading EPC firms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2D6"/>
                </a:solidFill>
                <a:latin typeface="Arial"/>
              </a:rPr>
              <a:t>01  TURNKEY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D"/>
                </a:solidFill>
                <a:latin typeface="Arial"/>
              </a:rPr>
              <a:t>End-to-end execution from design through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2D6"/>
                </a:solidFill>
                <a:latin typeface="Arial"/>
              </a:rPr>
              <a:t>02  HIGHWAY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D"/>
                </a:solidFill>
                <a:latin typeface="Arial"/>
              </a:rPr>
              <a:t>Mountain terrain, O&amp;M, restoration, and corridor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2D6"/>
                </a:solidFill>
                <a:latin typeface="Arial"/>
              </a:rPr>
              <a:t>03  IN-HOUSE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D"/>
                </a:solidFill>
                <a:latin typeface="Arial"/>
              </a:rPr>
              <a:t>Geotechnical and structural design support.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2D6"/>
                </a:solidFill>
                <a:latin typeface="Arial"/>
              </a:rPr>
              <a:t>04  GENERAL CONTRACTING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AD"/>
                </a:solidFill>
                <a:latin typeface="Arial"/>
              </a:rPr>
              <a:t>Building and industrial infrastructure packages.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Delivery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2468880" cy="2194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782A"/>
                </a:solidFill>
                <a:latin typeface="Arial"/>
              </a:rPr>
              <a:t>27+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D"/>
                </a:solidFill>
                <a:latin typeface="Arial"/>
              </a:rPr>
              <a:t>Major 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2468880" cy="2194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782A"/>
                </a:solidFill>
                <a:latin typeface="Arial"/>
              </a:rPr>
              <a:t>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D"/>
                </a:solidFill>
                <a:latin typeface="Arial"/>
              </a:rPr>
              <a:t>States active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2468880" cy="2194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782A"/>
                </a:solidFill>
                <a:latin typeface="Arial"/>
              </a:rPr>
              <a:t>1500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D"/>
                </a:solidFill>
                <a:latin typeface="Arial"/>
              </a:rPr>
              <a:t>MW plant infra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377440"/>
            <a:ext cx="2468880" cy="2194560"/>
          </a:xfrm>
          <a:prstGeom prst="rect">
            <a:avLst/>
          </a:prstGeom>
          <a:solidFill>
            <a:srgbClr val="1A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4782A"/>
                </a:solidFill>
                <a:latin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566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AD"/>
                </a:solidFill>
                <a:latin typeface="Arial"/>
              </a:rPr>
              <a:t>Quality focus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Trusted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NHAI — National Highways Authority of India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SJVN Limited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NHLML — National Highways Logistics Management Limited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Airports Authority of India (AAI)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East Central Railway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 GR Infraprojects · NHIT · MVD · Mohan Mutha · and 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Where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National highway O&amp;M, protection, and black-spot rectification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Access roads and connectivity for hydro / logistics assets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Safety furniture, fencing, view cutters, and corridor works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• Industrial / plant civil packages for power and related infra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Full project list available on the company website → Portfolio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782A"/>
                </a:solidFill>
                <a:latin typeface="Arial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2D6"/>
                </a:solidFill>
                <a:latin typeface="Arial"/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Corporate Office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SCO 297, Second Floor, Above Union Bank of India,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Sector-20, Panchkula — 134117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Phone   01724331410  ·  +91 98169 61415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Email   info@baltejinfra.com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AD"/>
                </a:solidFill>
                <a:latin typeface="Arial"/>
              </a:rPr>
              <a:t>Detailed technical dossier PDF available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